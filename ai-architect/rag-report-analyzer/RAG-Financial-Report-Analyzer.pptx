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Financial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Analyzer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Boot 4  ·  Spring AI 2  ·  React 18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learning-oriented GenAI project: PDF ingestion, RAG Q&amp;A, structured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extraction, prediction, evaluation — and full observability.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March 2026  ·  Dzmitry Marudau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914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566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40080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Adapters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reports are information-dense but hard to query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99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Hundreds of PDF pages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single 10-K (e.g. NVIDIA 2025) spans 100+ pages with dense financial data, footnotes and risk disclosures.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99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Manual search is slow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5192" y="178308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Finding a specific revenue figure or risk factor requires reading dozens of pages — no keyword search understands context.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Scattered structured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" y="361188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Revenue, EPS, cash flow are spread across income statements, balance sheets and MD&amp;A sections in varying formats.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06324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No predictive insight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65192" y="361188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 after extracting past metrics, projecting future performance requires statistical analysis or LLM reasoning.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built — and what it teaches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Financial Report Analyzer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45920"/>
            <a:ext cx="26060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Chunk 10-K PDFs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into 512-token segments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45920"/>
            <a:ext cx="26060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28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86200" y="1828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 + store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ChromaDB vector 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64592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645920"/>
            <a:ext cx="26060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828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828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2860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Retrieve context,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answer with LLM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00400"/>
            <a:ext cx="26060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83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383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Extraction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output: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revenue, EPS, cash flow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200400"/>
            <a:ext cx="26060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383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86200" y="3383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 LLM narrative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200400"/>
            <a:ext cx="26060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200400"/>
            <a:ext cx="260604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383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20840" y="3383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72200" y="38404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Metrics · Traces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Logs via Grafana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Full-stack GenAI application — everything production-grade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011680" cy="347472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2011680" cy="2788920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029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Spring Boot 4.0.3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3500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Spring AI 2.0.0-M2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670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Java 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990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Gradle (Kotlin DSL)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Hexagonal Architecture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3630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ArchUnit enforcement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39502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Micrometer + OTel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42702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Spring Retry + Caffeine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50592" y="1554480"/>
            <a:ext cx="2011680" cy="347472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50592" y="1938528"/>
            <a:ext cx="2011680" cy="2788920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2029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OpenAI gpt-4o-mini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0" y="23500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Anthropic Claude Sonnet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2670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Ollama (local LLMs)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60320" y="2990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ChromaDB vector store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60320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Apache Commons Math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0" y="3630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Spring AI ChatClient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60320" y="39502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Structured output (entity)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60320" y="42702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RAGAS-inspired eval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26864" y="1554480"/>
            <a:ext cx="2011680" cy="347472"/>
          </a:xfrm>
          <a:prstGeom prst="rect">
            <a:avLst/>
          </a:prstGeom>
          <a:solidFill>
            <a:srgbClr val="90E0EF">
              <a:alpha val="85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26864" y="1938528"/>
            <a:ext cx="2011680" cy="2788920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36592" y="2029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React 18 + TypeScript 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3500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Tailwind CSS v3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36592" y="2670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TanStack Query v5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36592" y="2990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React Hook Form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36592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Recharts + D3 v7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3630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Nginx (SPA + proxy)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36592" y="39502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Node 20 · npm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03136" y="1554480"/>
            <a:ext cx="2011680" cy="347472"/>
          </a:xfrm>
          <a:prstGeom prst="rect">
            <a:avLst/>
          </a:prstGeom>
          <a:solidFill>
            <a:srgbClr val="ADE8F4">
              <a:alpha val="8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03136" y="1938528"/>
            <a:ext cx="2011680" cy="2788920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12864" y="2029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Docker Compose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12864" y="23500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GitHub Actions CI/CD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12864" y="2670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Grafana + Prometheus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12864" y="2990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Grafana Tempo (traces)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12864" y="3310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Grafana Loki (logs)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12864" y="3630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PostgreSQL (prod)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12864" y="39502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GHCR (container reg.)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phases — each = implementation + learning + tests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Skeleton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PDF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62456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2456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" y="160020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Embeddings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Vector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26060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Q&amp;A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35224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5224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160020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21608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93008" y="26060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ChromaDB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Migration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07992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79392" y="160020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94376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94376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65776" y="26060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52160" y="160020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67144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67144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38544" y="26060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CI/CD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653528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3528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24928" y="160020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Hardening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439912" y="2267712"/>
            <a:ext cx="256032" cy="256032"/>
          </a:xfrm>
          <a:prstGeom prst="ellipse">
            <a:avLst/>
          </a:prstGeom>
          <a:solidFill>
            <a:srgbClr val="0077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9912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11312" y="26060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3192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79576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65960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52344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38728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325112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11496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97880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84264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70648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57032" y="3429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42+ 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Tests passing: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phase shipped as a separate PR · GitHub Actions CI runs on every push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Hexagonal (Ports &amp; Adapters) — domain zero-dependency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43200" cy="34747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Adapters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743200" cy="347472"/>
          </a:xfrm>
          <a:prstGeom prst="rect">
            <a:avLst/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743200" cy="347472"/>
          </a:xfrm>
          <a:prstGeom prst="rect">
            <a:avLst/>
          </a:prstGeom>
          <a:solidFill>
            <a:srgbClr val="90E0EF">
              <a:alpha val="8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Adapters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039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QaController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 /api/v1/qa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69748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MetricsController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 /api/v1/metrics/extract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335584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AnalysisController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 /api/v1/analysis/{ticker}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401421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EvaluationController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 /api/v1/eval/run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993392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2039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FinancialQaService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@Cacheable (30 min)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651760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269748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MetricsExtractionService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output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310128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0128" y="335584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PredictionService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NARRATIVE · LR · HYBRID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968496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10128" y="401421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EvaluationService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RAGAS-inspired judge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993392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36208" y="20391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SpringAiLanguageAdapter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@Retryable · Timer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651760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36208" y="269748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ChromaVectorStoreAdapter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Timer · HTTP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310128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36208" y="335584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MetricsExtractionAdapter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ChatClient.entity()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968496"/>
            <a:ext cx="2743200" cy="566928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36208" y="401421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ReportRepositoryAdapter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JPA / H2 / PostgreSQL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35808" y="178308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61888" y="178308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35808" y="2441448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61888" y="2441448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35808" y="3099816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61888" y="3099816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35808" y="3758184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61888" y="3758184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68172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ArchUnit enforces: no framework imports in domain  ·  Adapters depend only on ports, never on each other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a question becomes an answer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2331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ticker + year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via React UI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34440" y="1801368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1417320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lookup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Caffeine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30-min TTL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1801368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141732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97480" y="2331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EmbeddingModel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text-embedding-3-small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1801368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141732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2331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ChromaDB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topK=5, metadata filter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1801368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141732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66360" y="2331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qa-system.st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context chunks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1801368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1417320"/>
            <a:ext cx="822960" cy="82296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0" y="2331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@Retryable 3×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06640" y="1801368"/>
            <a:ext cx="3474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1417320"/>
            <a:ext cx="822960" cy="8229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635240" y="2331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3524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answer 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chunk citations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9728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596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Cache HIT → skip steps 3–6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600200" y="2286000"/>
            <a:ext cx="0" cy="749808"/>
          </a:xfrm>
          <a:prstGeom prst="line">
            <a:avLst/>
          </a:prstGeom>
          <a:noFill/>
          <a:ln w="12700">
            <a:solidFill>
              <a:srgbClr val="059669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LLM calls: @Retryable(3 attempts, backoff 1s→2s→4s)  ·  Micrometer timer on every adapter  ·  OTel trace spans exported to Grafana Tempo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outputs from NVIDIA 2025 10-K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Q&amp;A — NVDA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was total revenue?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NVIDIA reported total revenue of $130.5B for fiscal 2025, a 114% increase year-over-year, primarily driven by Data Center segment growth.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Key growth drivers?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6758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Blackwell GPU architecture, surge in AI/ML training demand, H100 and H200 GPU allocations to hyperscalers and cloud providers.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1148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88720"/>
            <a:ext cx="4114800" cy="38404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161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Metrics — NVDA 2025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709928"/>
            <a:ext cx="402336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$130.5B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249424"/>
            <a:ext cx="402336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3225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0" y="2322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$72.9B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2788920"/>
            <a:ext cx="402336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62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(diluted)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0" y="2862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$29.76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328416"/>
            <a:ext cx="402336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CF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32320" y="3401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$64.1B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867912"/>
            <a:ext cx="402336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9410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Equity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0" y="39410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407408"/>
            <a:ext cx="402336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13232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+114%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Strategies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modes — one dispatcher, no if-else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16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NARRATIVE_PREDICTION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reads historical metrics + RAG context and produces qualitative trend analysis, risk factors and a predicted revenue range.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0175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Rich qualitative insight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2735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Understands narrative context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529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Explains reasoning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409651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 Non-deterministic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435254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 More tokens = higher cost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82112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188720"/>
            <a:ext cx="2743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216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LINEAR_REGRESSION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166420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Apache Commons Math SimpleRegression on 3+ years of revenue data. Returns R²-based confidence and ±10% prediction interval.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0175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Deterministic &amp; fast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2735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Zero LLM cost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529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R² confidence score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409651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 Ignores qualitative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35254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 Needs 3+ data 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9904" y="118872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1188720"/>
            <a:ext cx="27432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1216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HYBRID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99632" y="166420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regression computes statistical baseline → passed to LLM as structured context → LLM enriches with narrative, risks and market commentary.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9632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30175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Best of both worlds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2735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Statistical + qualitative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9632" y="35295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Grounded prediction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9632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9632" y="409651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 Highest token cost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99632" y="435254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✗  Two-step latency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(Phase 11)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layers — Grafana unified 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011680" cy="32918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011680" cy="2834640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Custom 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Micrometer Timer on all LLM adapters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vector store adapters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Prometheus → Grafana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custom dashboard panels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554480"/>
            <a:ext cx="2011680" cy="32918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50592" y="1920240"/>
            <a:ext cx="2011680" cy="2834640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Distributed Tracing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4231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micrometer-tracing-bridge-otel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OTel OTLP exporter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Grafana Tempo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HTTP→QA→Vector→LLM waterfall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554480"/>
            <a:ext cx="2011680" cy="329184"/>
          </a:xfrm>
          <a:prstGeom prst="rect">
            <a:avLst/>
          </a:prstGeom>
          <a:solidFill>
            <a:srgbClr val="90E0EF">
              <a:alpha val="85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26864" y="1920240"/>
            <a:ext cx="2011680" cy="2834640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8304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Centralised Logging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24231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Loki4j logback appender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JSON logs + traceId/spanId MDC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Grafana Loki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Log-to-trace cross-links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554480"/>
            <a:ext cx="2011680" cy="329184"/>
          </a:xfrm>
          <a:prstGeom prst="rect">
            <a:avLst/>
          </a:prstGeom>
          <a:solidFill>
            <a:srgbClr val="ADE8F4">
              <a:alpha val="8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03136" y="1920240"/>
            <a:ext cx="2011680" cy="2834640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94576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Spring AI Observations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24231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spring.ai.chat.client.observations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spring.ai.vectorstore.observations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spring.ai.embedding.observations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Auto-emits spans + token metrics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 docker compose --profile observability up  →  Grafana at http://localhost:3001  (admin / admin)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Architectural decisions that paid off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Hexagonal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framework imports in domain. Swapping SimpleVectorStore → ChromaDB or H2 → PostgreSQL required no domain changes — only a new adapter.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Retry + Cache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@Retryable (3× exponential backoff) made LLM calls resilient. Caffeine cache cut repeat Q&amp;A latency from ~3 s to &lt;5 ms.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50592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Provider-agnostic LLM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28895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Single AI_PROVIDER env var hot-swaps OpenAI / Anthropic / Ollama with zero code changes. Useful for cost vs. quality trade-offs.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450592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50592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42 Tests, all green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28895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ArchUnit caught boundary violations at compile-time. Interface-based injection (not concrete class) was key for Spring AOP proxy tests.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71246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12464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Prediction dispatch map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" y="41513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Map&lt;PredictionMode, PredictionStrategy&gt; eliminated all switch/if-else branching. Adding a new strategy = one new @Component class only.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71246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12464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Full Observability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73752" y="41513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4-layer Grafana stack (Prometheus + Tempo + Loki) with auto-provisioned datasources and dashboards. Zero manual Grafana setup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Pain points that shaped the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Spring Boot 4 BOM gaps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spring-retry and spring-boot-starter-aop are absent from Boot 4 BOM. Explicit versions required. Use ./gradlew dependencyManagement to detect gaps early.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@EnableCaching breaks concrete injection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73752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JDK dynamic proxies only implement interfaces. Tests injecting the concrete service class failed with BeanNotOfRequiredTypeException. Always inject by interface in Spring AOP contexts.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50592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GitGuardian false-positives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" y="28895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ragpass in .env.example triggered the generic password detector. Use change-me or &lt;your-password&gt; as placeholder literals — not any real-looking word.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450592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50592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react-scripts conflicts TypeScript 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73752" y="28895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CRA (react-scripts 5) only supports TS ^3||^4. The fix is migrating to Vite — but it takes time: new config, test runner (vitest), Dockerfile tweaks.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71246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12464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Eval matrix is expensive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8912" y="41513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 /api/v1/eval/run/matrix fires ~60 LLM calls in one request. No rate limiting or auth on the endpoint. Production hardening (auth + queuing) needed before any public exposure.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71246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12464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Zero authentication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73752" y="41513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endpoints are public. For a PoC this is acceptable, but STRIDE analysis reveals critical gaps: no auth, no rate limits, H2 console open, Grafana admin/admin.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surface for the current PoC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103120" cy="347472"/>
          </a:xfrm>
          <a:prstGeom prst="rect">
            <a:avLst/>
          </a:prstGeom>
          <a:solidFill>
            <a:srgbClr val="0096C7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544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77440" y="1536192"/>
            <a:ext cx="1280160" cy="347472"/>
          </a:xfrm>
          <a:prstGeom prst="rect">
            <a:avLst/>
          </a:prstGeom>
          <a:solidFill>
            <a:srgbClr val="0096C7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5544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536192"/>
            <a:ext cx="2194560" cy="347472"/>
          </a:xfrm>
          <a:prstGeom prst="rect">
            <a:avLst/>
          </a:prstGeom>
          <a:solidFill>
            <a:srgbClr val="0096C7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55448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536192"/>
            <a:ext cx="1920240" cy="347472"/>
          </a:xfrm>
          <a:prstGeom prst="rect">
            <a:avLst/>
          </a:prstGeom>
          <a:solidFill>
            <a:srgbClr val="0096C7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15544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1536192"/>
            <a:ext cx="960120" cy="347472"/>
          </a:xfrm>
          <a:prstGeom prst="rect">
            <a:avLst/>
          </a:prstGeom>
          <a:solidFill>
            <a:srgbClr val="0096C7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1554480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210312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7510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1920240"/>
            <a:ext cx="128016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197510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1920240"/>
            <a:ext cx="219456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197510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S1 (no auth), S3 (Grafana)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52160" y="1920240"/>
            <a:ext cx="192024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197510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S2 (no mTLS)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0" y="1920240"/>
            <a:ext cx="96012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45552" y="197510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395728"/>
            <a:ext cx="210312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4505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2395728"/>
            <a:ext cx="128016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0592" y="245059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0" y="2395728"/>
            <a:ext cx="219456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45059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T1 (Chroma), T2 (injection)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52160" y="2395728"/>
            <a:ext cx="192024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245059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T3–T5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72400" y="2395728"/>
            <a:ext cx="96012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45552" y="245059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871216"/>
            <a:ext cx="210312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92608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2871216"/>
            <a:ext cx="128016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292608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0" y="2871216"/>
            <a:ext cx="219456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0752" y="2926080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R1 (no identity)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52160" y="2871216"/>
            <a:ext cx="192024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292608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72400" y="2871216"/>
            <a:ext cx="96012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45552" y="292608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3346704"/>
            <a:ext cx="210312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340156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77440" y="3346704"/>
            <a:ext cx="128016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0592" y="340156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I1 (API keys)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0" y="3346704"/>
            <a:ext cx="219456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0752" y="340156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52160" y="3346704"/>
            <a:ext cx="192024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25312" y="340156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I2 I3 I4 I6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772400" y="3346704"/>
            <a:ext cx="96012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45552" y="3401568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3822192"/>
            <a:ext cx="210312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387705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377440" y="3822192"/>
            <a:ext cx="128016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50592" y="387705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0" y="3822192"/>
            <a:ext cx="219456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30752" y="3877056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D1 (no rate limit), D2 (eval)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852160" y="3822192"/>
            <a:ext cx="192024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25312" y="387705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D3 D4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772400" y="3822192"/>
            <a:ext cx="960120" cy="438912"/>
          </a:xfrm>
          <a:prstGeom prst="rect">
            <a:avLst/>
          </a:prstGeom>
          <a:solidFill>
            <a:srgbClr val="172840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45552" y="3877056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D5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4320" y="4297680"/>
            <a:ext cx="210312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35254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377440" y="4297680"/>
            <a:ext cx="128016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50592" y="435254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657600" y="4297680"/>
            <a:ext cx="219456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30752" y="4352544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E1 (H2 console open)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852160" y="4297680"/>
            <a:ext cx="192024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25312" y="435254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E2–E5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772400" y="4297680"/>
            <a:ext cx="96012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1E3A5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45552" y="435254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STRIDE analysis: ARCHITECTURE.md in the project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Gaps to close before production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73152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280160"/>
            <a:ext cx="502920" cy="256032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280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Security + JWT bearer tokens. RBAC: READER / ANALYST / ADMIN roles. Rate limiting on all public endpoints.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73152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280160"/>
            <a:ext cx="502920" cy="256032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280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3752" y="1280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73752" y="1627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Move API keys out of env vars into HashiCorp Vault or AWS Secrets Manager. Rotate keys on a schedule.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450592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50592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542032"/>
            <a:ext cx="502920" cy="256032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5420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25420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Migration (Frontend)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28895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Replace react-scripts 5 with Vite + vitest. Removes TypeScript 5 peer-dependency conflict and speeds up dev builds.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450592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50592"/>
            <a:ext cx="73152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2542032"/>
            <a:ext cx="502920" cy="256032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25420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25420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Ingestion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73752" y="288950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 ingesting multiple tickers/years. REST endpoint for on-demand PDF upload via multipart/form-data.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71246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712464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0" y="3803904"/>
            <a:ext cx="502920" cy="256032"/>
          </a:xfrm>
          <a:prstGeom prst="rect">
            <a:avLst/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803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" y="38039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" y="41513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Multi-turn Q&amp;A using Spring AI's ChatMemory or external Redis-backed message store.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3712464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712464"/>
            <a:ext cx="73152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83880" y="3803904"/>
            <a:ext cx="502920" cy="256032"/>
          </a:xfrm>
          <a:prstGeom prst="rect">
            <a:avLst/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38039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73752" y="38039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financial data pipeline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73752" y="41513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Integrate SEC EDGAR API to auto-fetch 10-K/10-Q filings by ticker. Remove manual PDF copy step.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43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Hexagonal architecture pays for itself — adapters swapped, domain untouched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19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AI dramatically simplifies multi-provider LLM integration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9514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951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Spring Retry + Caffeine = 30 ms Q&amp;A responses after warmup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712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ArchUnit is the best architecture documentation that can't go stale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472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observability (metrics + traces + logs) is a day-1 concern, not phase 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STRIDE reveals blind spots — even a PoC needs a threat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github.com/born-to-be-mad/ai-games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377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PRs merged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4008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6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Tests green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Financial Report Analyzer</dc:title>
  <dc:subject>Spring Boot · Spring AI · Learning Journey</dc:subject>
  <dc:creator>Dzmitry Marudau</dc:creator>
  <cp:lastModifiedBy>Dzmitry Marudau</cp:lastModifiedBy>
  <cp:revision>1</cp:revision>
  <dcterms:created xsi:type="dcterms:W3CDTF">2026-03-16T11:28:45Z</dcterms:created>
  <dcterms:modified xsi:type="dcterms:W3CDTF">2026-03-16T11:28:45Z</dcterms:modified>
</cp:coreProperties>
</file>